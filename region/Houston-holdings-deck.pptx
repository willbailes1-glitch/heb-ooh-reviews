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2468880" cy="802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Region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OOH Current Holdings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contracted holdings · 1 in market now · prepared 8/18/2026 · H-E-B OOH Program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&amp; Impressions — Houston Region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429768"/>
            <a:ext cx="1051560" cy="3417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060704"/>
            <a:ext cx="10936224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2B2B2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572768"/>
            <a:ext cx="530352" cy="530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$54,625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1440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PERIOD COMMITTED (IN-MARKET)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48056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8056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F3A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572768"/>
            <a:ext cx="530352" cy="5303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475488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/ WEEK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8321040" y="14173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10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F3A9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544" y="1572768"/>
            <a:ext cx="530352" cy="530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9536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8595360" y="2551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CPM (4-WEEK)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40080" y="32461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32461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1E7B34"/>
          </a:solidFill>
          <a:ln/>
        </p:spPr>
      </p:sp>
      <p:sp>
        <p:nvSpPr>
          <p:cNvPr id="22" name="Text 16"/>
          <p:cNvSpPr/>
          <p:nvPr/>
        </p:nvSpPr>
        <p:spPr>
          <a:xfrm>
            <a:off x="914400" y="33192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$682,203</a:t>
            </a:r>
            <a:endParaRPr lang="en-US" sz="2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67912"/>
            <a:ext cx="3017520" cy="5280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43799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BUDGET LEFT TO SPEND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480560" y="3246120"/>
            <a:ext cx="74066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0D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80560" y="32461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7B3FA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291840"/>
            <a:ext cx="2112264" cy="1508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86600" y="3374136"/>
            <a:ext cx="2331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3 Static Bulletins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086600" y="4416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MIX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9692640" y="33741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7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31" name="Text 23"/>
          <p:cNvSpPr/>
          <p:nvPr/>
        </p:nvSpPr>
        <p:spPr>
          <a:xfrm>
            <a:off x="9692640" y="4251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 HOLDINGS · 1 IN MARKET · 2 STARTING SOON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640080" y="5394960"/>
            <a:ext cx="10936224" cy="566928"/>
          </a:xfrm>
          <a:prstGeom prst="roundRect">
            <a:avLst>
              <a:gd name="adj" fmla="val 14516"/>
            </a:avLst>
          </a:prstGeom>
          <a:solidFill>
            <a:srgbClr val="FBE9EC"/>
          </a:solidFill>
          <a:ln/>
        </p:spPr>
      </p:sp>
      <p:sp>
        <p:nvSpPr>
          <p:cNvPr id="33" name="Text 25"/>
          <p:cNvSpPr/>
          <p:nvPr/>
        </p:nvSpPr>
        <p:spPr>
          <a:xfrm>
            <a:off x="896112" y="53949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0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FY26 OOH budget: $1,005,000    ·    FY26 ends 11/1/2026    ·    program buys draw down what was left to spend ($782,146)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 Units (7/20-9/13)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E7B34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MARKET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Rotate every 8 weeks (7/20-9/13)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7/20/2026 → 9/13/2026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n/a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$54,625 / period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Region · H-E-B OOH Current Holdings · 8/18/2026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 Units (9/14-11/8)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Rotate every 8 weeks (9/14-11/8)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9/14/2026 → 11/8/2026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n/a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$54,625 / period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Region · H-E-B OOH Current Holdings · 8/18/2026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 Units (11/9-1/3)  </a:t>
            </a:r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Channel Outdoor  ·  Static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04120" y="411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26A00"/>
          </a:solidFill>
          <a:ln/>
        </p:spPr>
      </p:sp>
      <p:sp>
        <p:nvSpPr>
          <p:cNvPr id="4" name="Text 2"/>
          <p:cNvSpPr/>
          <p:nvPr/>
        </p:nvSpPr>
        <p:spPr>
          <a:xfrm>
            <a:off x="10104120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SOON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0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 on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INFO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18488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Rotate every 8 weeks (11/9-1/3)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14' x 48'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11/9/2026 → 12/27/2026  (4-week)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Impressions: n/a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$54,625 / period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Region · H-E-B OOH Current Holdings · 8/18/2026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400800"/>
            <a:ext cx="1005840" cy="326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2026-08-18T13:50:15Z</dcterms:created>
  <dcterms:modified xsi:type="dcterms:W3CDTF">2026-08-18T13:50:15Z</dcterms:modified>
</cp:coreProperties>
</file>