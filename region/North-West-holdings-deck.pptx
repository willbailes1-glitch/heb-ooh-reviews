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jpe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jpe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jpe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jpe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e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e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eg"/><Relationship Id="rId2" Type="http://schemas.openxmlformats.org/officeDocument/2006/relationships/image" Target="../media/image-65-2.jpeg"/><Relationship Id="rId3" Type="http://schemas.openxmlformats.org/officeDocument/2006/relationships/image" Target="../media/image-6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eg"/><Relationship Id="rId2" Type="http://schemas.openxmlformats.org/officeDocument/2006/relationships/image" Target="../media/image-66-2.jpeg"/><Relationship Id="rId3" Type="http://schemas.openxmlformats.org/officeDocument/2006/relationships/image" Target="../media/image-6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eg"/><Relationship Id="rId2" Type="http://schemas.openxmlformats.org/officeDocument/2006/relationships/image" Target="../media/image-67-2.jpe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eg"/><Relationship Id="rId2" Type="http://schemas.openxmlformats.org/officeDocument/2006/relationships/image" Target="../media/image-68-2.jpeg"/><Relationship Id="rId3" Type="http://schemas.openxmlformats.org/officeDocument/2006/relationships/image" Target="../media/image-6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contracted holdings · 55 in market now · prepared 8/28/2026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53" y="1051560"/>
            <a:ext cx="10966045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North West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$459,765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23,450,309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$4.90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$274,992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48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17 Digital Bulletins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55 IN MARKET · 10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$2,222,000    ·    FY26 ends 11/1/2026    ·    program buys draw down what was left to spend ($856,512)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121 NS 0.2mi W/O Legacy Dr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14'0"' x 48'0"'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341,564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$13,080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#058L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Hwy.380 EB, 1/10 mi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#1240R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Rd. NB, just s/o Hwy 121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4.4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$8,600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#6782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SH 121 (Sam Rayburn Tollway) NS 0.56mi E/O Hillcrest Rd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1/31/2027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298,768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4.9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$14,940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#1250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Fwy (I-635) NS 0.5mi W/O Stemmons Fwy (I-35E)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8/30/2026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348,576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3.5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$2,640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#1012B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Eyes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Frwy n/l 1 mi e/o Beltline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82,220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$4,002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SH-121 N/O FM 157, E/S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6/27/2027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220,168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$12,343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#1013A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Eyes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Frwy. (Interstate 635) n/l 0.7 mi. w/o N. MacArthur Blvd.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8/29/2027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294,625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$3,788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#78924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Fwy (I-635) NS 0.7mi E/O Hwy 121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8/30/2026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223,231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$14,780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#78883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NS 0.5mi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265,532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#78346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Fwy (I-30) SS 0.6mi W/O Linkcrest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202,226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9.3 mi — Hudson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#635L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 R Media Services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I635 .4mi w/o Coit, .7mi w/o US75 (High 5)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16'' x 32"'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1,479,573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7.4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#2_7953O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(635) .5 Mi W/O Hillcrest S/S F/W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1,378,437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7.3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$12,600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#003-390L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NE Corner of Hwy 78 SB &amp; Ballard Ave.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16' x 32'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195,300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#10652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183 E/S .1 MI N/O MOCKINGBIRD LANE - 10652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3/14/2027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582,320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8.9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$6,568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#2_7166O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(635) .2Mi W/O Plano Road N/S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546,436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10.9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#2_7954O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Dallas North Tollway S/O Beltline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639,308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6.1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$19,500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#2_7956O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Central (75) S/O LBJ Frwy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911,767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7.8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#2_8098O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I-30 (E.R.L.T.) W/O Haskell S/S F/W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540,280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14.8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#2_8319O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I-35E .7Mi N/O Trinity Mills W/S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736,122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#4_7860O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1.50mi E/O Beltline N/S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289,424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#2465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FM 195 AT STAN SCHL LP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6/17/2029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57,009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Fort Hood Stan Schlueter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#78898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380 NS 0.1mi W/O Magnolia Blvd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174,776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5.2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TX-180244 (234)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Adkom (Arrington)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80 562 feet E/O Reeder Rd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167,360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$5,577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#6212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NS 0.3mi E/O FM 740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7/4/2027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#2_7859O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I-35E 285' N/O Highland Village Road E/S F/S **Flagman Unit - No Sharp Installs / Take-Downs**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7/11/2027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503,687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11.5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#2_7904O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3.7Mi N/O Mockingbird Lane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7/11/2027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585,813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#2023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I-30 .5 MI E/O COOKS LN S/S - 2023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603,686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$4,599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#2_8432O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D.N. Tollway S/O Lovers Lane W/S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7/18/2027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442,450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9.9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$18,000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SS 0.3mi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7/18/2027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151,134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#3_3009O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Central (75) 1000' N/O Parker Road W/S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30''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8/8/2027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4.9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#4_8541O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.25Mi S/O Old Shephard Road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8/8/2027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291,803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53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Choctaw Stadium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 Entertainment  ·  Other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8.1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$175,000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#2433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2019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I-20 @ Lake Shore Dr, Exit 413, S/S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4/18/2027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294,900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0.4 mi — Hudson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$3,749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#290R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Rd.SB @Celina Storage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' x 30''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6/13/2027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105,300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3.8 mi — Prosper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$2,900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80 EB, next to Collins Rd. exit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6/27/2027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7.5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#003-057L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1972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4101 Hillstone Pointe Boulevard — Hwy.380 EB,.3/10 mi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8.3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#003-055L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8446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26401 East University Drive — NE Corner of Hwy 380 EB &amp;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8.6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#003-009L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960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6108 South US Highway 75 South — US 75 SB, 1.5 mi. S of 121 Toll at Boy Scout Council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781,200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#003-056L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120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4201 Carnelian Road — Hwy.380 EB,2/10 mile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#008-0507A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5743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K Avenue — US 75 NB, 3/10 mi. N. of Spring Creek Pkwy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10x30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#003-316RD-1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1297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2698 North Central Expressway — US 75 NB at Wilmeth Rd Digital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10x30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3.6 mi — Melissa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#216-6001A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Firewheel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275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2698 North George Bush Highway — Firewheel Town Center - President Geo. Bush Tollway (Hwy. 190) n/l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mi. e/o Hwy. 78 (Lavon Dr.)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Garland Texas (East Face and West Face)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12’6”x42’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18,452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#216-6002A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Firewheel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132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9 Town Center Boulevard — Firewheel Town Center-Hwy. 78 (Lavon Dr.) e/l .2 mi. n/o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President Geo. Bush Tollway (Hwy. 190)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Garland Texas (North Face and West Face)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12’6”x42’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165,235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5.5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#002-648RD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71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648 West Interstate 30 — I-30 EB, W of Beltline Rd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729,120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10.9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#002-1459L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7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1459 Interstate 30 — I-30 WB, on Southside of the Hwy, in Royce City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5.9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#003-AD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67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 35 E Apx 1 miles north of Lake Lewisville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343,066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10.8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83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#117-AD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423 n/o Main St. (Frisco &amp; Little Elm)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71,875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#117-BD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423 n/o Main St. (Frisco &amp; Little Elm)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62,793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#133A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86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WB/RHR US 380 @ Hardin Blvd (adjacent Costco &amp; 380 Crossing)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1,349,696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4.6 mi — McKinney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#800A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2829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380 at Coit Rd — "front door of McKinney"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760,443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Prosper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$4,650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276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287, E/S, 1.5 MI N/O FM 157, N/F (between I-20 and SH-360)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137,437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Mansfield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#078905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287 ES 1mi S/O Hwy 360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82,742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4.6 mi — Mansfield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#040-1212L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35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6503 North Freeway — I-35W NB at Western Center Blvd (west side of 35W)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263,082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3.8 mi — Alliance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#006447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South Fwy (I-35W) ES 0.38mi S/O Alsbury Rd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203,116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Burleson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#181-119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W/L .5mi N/O FM 1171, Northlake,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120,067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$3,293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#006-78728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WS 500ft S/O FM 407 F/S - 1, Corral City,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63,570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2.3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#006-78074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WS 0.4mi S/O FM 407, Corral City,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95,992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SS 0.4mi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11/9/2026 → 11/7/2027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154,270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#2_7891O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S/O Loop 820 W/S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11/23/2026 → 11/21/2027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441,111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5.5 mi — Alliance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NS 0.6mi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1/4/2027 → 1/2/2028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174,763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#254-19023R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Burks Ad World LLC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8725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2505 Interstate 30 Frontage Road — I-30 WB @ Rochelle Road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8/31/2029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327,563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#002-1125RD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99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2610 Sunset Ridge Drive — I-30 EB @ Ridge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2.8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8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#002-1298R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24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1280 East Interstate 30 — I-30 EB, E of Lake Hubbard Pkwy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9/8/2026 → 9/6/2027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690,060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7.7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#126-B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380 .5 miles east of Hwy 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12x24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9/12/2027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81,316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Melissa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2026-08-28T21:30:27Z</dcterms:created>
  <dcterms:modified xsi:type="dcterms:W3CDTF">2026-08-28T21:30:27Z</dcterms:modified>
</cp:coreProperties>
</file>