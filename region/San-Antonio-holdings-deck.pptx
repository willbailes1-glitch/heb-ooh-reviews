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jpe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image" Target="../media/image-29-2.jpe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image" Target="../media/image-30-2.jpe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image" Target="../media/image-31-2.jpe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image" Target="../media/image-32-2.jpe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image" Target="../media/image-33-2.jpe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image" Target="../media/image-34-2.jpe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image" Target="../media/image-35-2.jpe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image" Target="../media/image-36-2.jpe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image" Target="../media/image-37-2.jpe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image" Target="../media/image-41-2.jpe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image" Target="../media/image-43-2.jpe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image" Target="../media/image-44-2.jpe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eg"/><Relationship Id="rId2" Type="http://schemas.openxmlformats.org/officeDocument/2006/relationships/image" Target="../media/image-45-2.jpe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eg"/><Relationship Id="rId2" Type="http://schemas.openxmlformats.org/officeDocument/2006/relationships/image" Target="../media/image-46-2.jpe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eg"/><Relationship Id="rId2" Type="http://schemas.openxmlformats.org/officeDocument/2006/relationships/image" Target="../media/image-47-2.jpe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e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eg"/><Relationship Id="rId2" Type="http://schemas.openxmlformats.org/officeDocument/2006/relationships/image" Target="../media/image-50-2.jpe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eg"/><Relationship Id="rId2" Type="http://schemas.openxmlformats.org/officeDocument/2006/relationships/image" Target="../media/image-51-2.jpe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eg"/><Relationship Id="rId2" Type="http://schemas.openxmlformats.org/officeDocument/2006/relationships/image" Target="../media/image-52-2.jpe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eg"/><Relationship Id="rId2" Type="http://schemas.openxmlformats.org/officeDocument/2006/relationships/image" Target="../media/image-53-2.jpe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eg"/><Relationship Id="rId2" Type="http://schemas.openxmlformats.org/officeDocument/2006/relationships/image" Target="../media/image-54-2.jpe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eg"/><Relationship Id="rId2" Type="http://schemas.openxmlformats.org/officeDocument/2006/relationships/image" Target="../media/image-55-2.jpe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eg"/><Relationship Id="rId2" Type="http://schemas.openxmlformats.org/officeDocument/2006/relationships/image" Target="../media/image-56-2.jpe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image" Target="../media/image-57-2.jpe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eg"/><Relationship Id="rId2" Type="http://schemas.openxmlformats.org/officeDocument/2006/relationships/image" Target="../media/image-58-2.jpe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e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eg"/><Relationship Id="rId2" Type="http://schemas.openxmlformats.org/officeDocument/2006/relationships/image" Target="../media/image-60-2.jpeg"/><Relationship Id="rId3" Type="http://schemas.openxmlformats.org/officeDocument/2006/relationships/image" Target="../media/image-6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e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eg"/><Relationship Id="rId2" Type="http://schemas.openxmlformats.org/officeDocument/2006/relationships/image" Target="../media/image-62-2.jpeg"/><Relationship Id="rId3" Type="http://schemas.openxmlformats.org/officeDocument/2006/relationships/image" Target="../media/image-6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contracted holdings · 40 in market now · prepared 8/28/2026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91" y="1051560"/>
            <a:ext cx="10971771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San Antonio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$144,940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24,246,472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$1.49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$52,526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37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21 Digital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12 Bannerses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40 IN MARKET · 19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$1,037,000    ·    FY26 ends 11/1/2026    ·    program buys draw down what was left to spend ($433,374)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 Face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Keller Custom Signs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Double Sided Board (Colonnade) **10-year addendum effective 4/1/21** Total cost reflects PER year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3/31/2031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I10 and Wurzbach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$5,566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Face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Keller Custom Signs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Double Sided Board (Colonnade) **10-year addendum effective 4/1/21** Total cost reflects PER year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3/31/2031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I10 and Wurzbach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$5,566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#4446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 100' W/O Blanco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9/27/2026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234,667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$1,775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#3428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 100' S/O Blanco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3/28/2027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84,337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$1,465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#4338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100ft n/o DeZavala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20' x 60'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2/21/2027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601,051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$7,875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#4126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1604 &amp; Bandera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4/13/2026 → 4/11/2027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86,239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Bandera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—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#02_6069O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.5M S/O Airport Blvd/Loop 410 ES F/N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2/21/2027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432,834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$7,137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#2569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Fredericksburg 15 ft S/ O West Av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12'3" x 24'6"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11/1/2025 → 10/31/2030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29,195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—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TX46B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22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of Hwy 90 Bus., 600 feet E/o FM 725.    Seguin, Texas N/S, W/F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10/4/2026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166,460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 mi — Seguin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TX305S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Kenjoh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7940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W/L .6 Miles South of I-35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11'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68,098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TX309W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Kenjoh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734" y="1234440"/>
            <a:ext cx="4662532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Avenue W/L at Jackson Keller Rd, West Face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8/22/2027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80,734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#004157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N WS 0.9mi N/O Loop 410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685,058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Perrin Beitel and Thousand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#004225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90 NS 0.2mi E/O Hwy 151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196,832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Las Palmas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#004875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4619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NS 300ft W/O Babcock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332,535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2.2 mi — College Park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0.3mi S/O DeZavala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9/13/2026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439,287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#005569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8115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WS 0.9mi N/O Culebra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279,692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Alamo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#010206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US281 N WS 700ft S/O Thousand Oaks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295,296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Brook Hollow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#010208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Loop1604 SS .2miles E/O Stone Oak Pkwy F/E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321,050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281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150ft W/O West Ave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900,124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#010244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4489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78 SS 1.25mi E/O Loop 410 S F/SW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10'6"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44,059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IH-10 W., 4/10 MI E/O MM 545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255,759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Fair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#1353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BANDERA RD. 3.8 MI E/O LP 1604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6"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406,505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Bandera and Guilbeau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#40182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281 1000'N/O EVANS RD.F/S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314,740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281 and Evans Road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#40111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I-10-W/S @ BALCONES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723,436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#2_1963F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463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NW Loop 410 W/O Bandera Rd. F/N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14'x48'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1,522,800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Marketplace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Outdoor Displays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55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ES IH-37, S/O Southcross - F/S (@ Gevers)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8/25/2026 → 2/24/2027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McCreless Market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6 FN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Outdoor Displays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0962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ES I-10 W, S/O Old Fredericksburg Rd. -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8/25/2026 → 8/24/2027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Leon Springs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#54560.2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SignAd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FM 78/OLD SEGUIN RD/.7 MI E/O WALZEM RD/CONVERSE-LED-LH/WB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 ft x 36 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24,119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2.4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I-10 1.8 MI E/O LOOP 1604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0"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169,587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5.7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#004127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SS 0.2mi E/O Bandera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10'6"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140,172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Bandera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#004364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999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ES 0.2mi N/O Pasa Del Norte F/S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318,759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Brook Hollow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#004742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NS 0.3mi W/O Bulverde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228,104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Bulverde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#005540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Blanco ES 0.5mi S/O Loop 1604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79,381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Loop 1604 and Blanco Rd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$1,900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#003442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Grissom NS 500ft E/O Culebra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104,481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Grissom and Tezel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#004413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S ES 0.3mi N/O SW Military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156,948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Zarzamora and Military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#004768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500ft N/O Fredericksburg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703,866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NS 1000ft E/O Bandera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1,025,010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Marketplace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McAllister Frwy WS 0.1mi N/O Sunset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332,709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#004664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183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50ft W/O Jackson Keller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909,209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$4,770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#10201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5853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E .7Mi S/O Highway 78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10/12/2026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65,969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$1,335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#1680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@ POTRANCO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62,485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Potranco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543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#40021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I-10 500' N/O Hildebrand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849,571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TX39A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22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of IH-10 East, .7 Miles E/o Loop 1604.     Exit 587, E/F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E/F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14'0x48'0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1/11/2027 → 1/9/2028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1,536,325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4.7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#44531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S/SI-10 1.9 MI E/O SR 46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0"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296,736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 mi — Boerne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#90391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I-35 S/O LOOP 337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8/31/2026 → 10/25/2026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461,327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New Braunfels 3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#40081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281 1000' N/O EVANS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274,454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281 and Evans Road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 South of Hwy 3009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420,000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Schertz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IH-35,Near Walnut Avenue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450,000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New Braunfels H-E-B at Walnut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IH-35,1/2 mile south of Hwy 306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CR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3.1 mi — New Braunfels H-E-B at Walnut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#005437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E NS 1.5mi E/O Foster Rd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207,445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2.5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#004807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Bandera WS 0.3mi S/O Braun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203,753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Bandera and Guilbeau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ES 250ft S/O Isom F/SE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492,997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1.7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0.2mi W/O Jackson Keller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1,034,308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#005430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San Pedro ES 0.3mi N/O Jackson Keller F/S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131,668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San Pedro and Oblate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#005606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0718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Potranco NS 0.2mi W/O W Military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9/21/2026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159,466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Culebra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543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0.3mi S/O DeZavala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1,095,078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McAllister Frwy WS 0.1mi N/O Sunset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9/7/2026 → 9/13/2026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419,410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#004756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0.4mi W/O Perrin Beitel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543,631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1.7 mi — Austin Highway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 #1302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Tradition  ·  Place-Based - Banners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3264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San Antonio · San Antonio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2,448,716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South Flores Market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$38,561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$31,186 / period  ·  $77,965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8/28/2026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2026-08-28T21:39:55Z</dcterms:created>
  <dcterms:modified xsi:type="dcterms:W3CDTF">2026-08-28T21:39:55Z</dcterms:modified>
</cp:coreProperties>
</file>