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contracted holdings · 4 in market now · prepared 8/11/2026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228" y="1051560"/>
            <a:ext cx="109624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$36,644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12,714,412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$0.72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$72,109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25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4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TX114A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IH-35, 250 feet S/o Old Bastrop Road.    San Marcos, TX, S/F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1,931,923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San Marcos 3 (scheduled 10/7/26)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$2,819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#189-3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near Hwy 123 (MP 203.7), 408 Patricia Dr, San Marcos,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367,525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San Marcos 3 (scheduled 10/7/26)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$3,090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2026-08-12T00:51:20Z</dcterms:created>
  <dcterms:modified xsi:type="dcterms:W3CDTF">2026-08-12T00:51:20Z</dcterms:modified>
</cp:coreProperties>
</file>