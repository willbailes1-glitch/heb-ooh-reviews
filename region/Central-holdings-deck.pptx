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contracted holdings · 2 in market now · prepared 8/5/2026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28" y="1051560"/>
            <a:ext cx="10972097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Central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$30,735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10,414,964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$0.74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$93,436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23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 King Buses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 Wallscape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2 IN MARKET · 23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$1,224,000    ·    FY26 ends 11/1/2026    ·    program buys draw down what was left to spend ($397,922)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#71011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6967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GUADALUPE @ NUECES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1/24/2027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107,361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1.4 mi — Hancock Center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$10,000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9668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306 I-35 N 0.18 mi N/O 1st St E (Loop 343)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1,790,665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7th Street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$20,735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10720 I-35 N 0.3 mi S/O Braker Ln E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727,696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62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RR 2222 500 ft E/O RR 620 SS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125,286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#9345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10611 Research Blvd (US 183) 0.2 mi S/O Braker Ln W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722,818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North Hills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$12,925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#9672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249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290 W 1370 ft W/O West Gate Blvd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495,015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Brodie Lane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$8,450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11418 RR 2222 250 ft E/O FM 620 N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10/18/2026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341,814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$5,830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#9041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12200 Mo-Pac Expy N (Loop 1) 0.5 mi S/O Parmer Ln W (SR 734)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628,643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Parmer and Mopac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3118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8304 US 290 E 0.3 mi W/O Springdale Rd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339,031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Ed Bluestein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$3,860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#9507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6428 I-35 S 500 ft N/O William Cannon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870,619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I 35 and William Cannon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$9,295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#01-011A-1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Choice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13709 1/2 N, 250' N/O Howard Ln, Austin, TX, 78753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910,376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Wells Branch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IH-35 @ INNER SPACE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475,190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#25151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SH 29 1.35 MI W/O US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166,386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4.5 mi — H-E-B At Ronald Reagan Blvd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#1503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@ MM 265.2 IN GEORGETOWN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407,496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TX90B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498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of FM 1325, 550 ft E/o CR 172, N/F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353,822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Louis Henna Blvd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#1305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US 183 N. 0.33 MI N/O RR 620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230,021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Lakeline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#1616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BURNET RD E/S S/O HANCOCK DR.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82,848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Burnet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IH-35-E/S, 0.25 MI N/O HWY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647,970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#1267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MANCHACA 1000' N/O SLAUGHTER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197,174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Slaughter and Manchaca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#1377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290 2.25 MI W/O HWY 71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160,519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Oak Hill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#203-8051L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Theon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3663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 NB, 0.5 mi south of Ronald Reagan Blvd — SW corner IH-35 &amp; Ronald Reagan ("Sign No. 2"), 8360 I-35 frontage, Georgetown/Jarrell line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10/1/2026 → 9/30/2028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256,803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Parmer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7365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SB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132,435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9024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NB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164,895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 Bus King (20)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Transit - Bus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770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 metro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12/27/2026  (4-week)  ·  4.5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$810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$13,400 / period  ·  $60,300 contract total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Roams the CapMetro network — citywide Austin coverage (see Bus Routes on the region map)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ATX.SP104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Outdoor  ·  Spectacular - Wallscape (Static)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1/3/2027  (4-week)  ·  2.75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80,081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Parmer and Mopac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$25,300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$15,000 / period  ·  $41,250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2026-08-06T00:50:26Z</dcterms:created>
  <dcterms:modified xsi:type="dcterms:W3CDTF">2026-08-06T00:50:26Z</dcterms:modified>
</cp:coreProperties>
</file>