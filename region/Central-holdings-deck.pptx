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contracted holdings · 2 in market now · prepared 8/5/2026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8" y="1051560"/>
            <a:ext cx="109720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$30,735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10,414,964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$93,436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23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2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2026-08-06T01:07:42Z</dcterms:created>
  <dcterms:modified xsi:type="dcterms:W3CDTF">2026-08-06T01:07:42Z</dcterms:modified>
</cp:coreProperties>
</file>